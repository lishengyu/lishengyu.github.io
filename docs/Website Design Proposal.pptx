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个人网站设计方案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6B6D4"/>
                </a:solidFill>
                <a:latin typeface="Arial"/>
              </a:defRPr>
            </a:pPr>
            <a:r>
              <a:t>GitHub Pages · 技术博客 · 简洁现代风格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2024 · 设计方案演示文稿</a:t>
            </a:r>
          </a:p>
        </p:txBody>
      </p:sp>
      <p:sp>
        <p:nvSpPr>
          <p:cNvPr id="6" name="Oval 5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Arial"/>
              </a:defRPr>
            </a:pPr>
            <a:r>
              <a:t>项目概述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19202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333333"/>
                </a:solidFill>
                <a:latin typeface="Arial"/>
              </a:defRPr>
            </a:pPr>
            <a: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Arial"/>
              </a:defRPr>
            </a:pPr>
            <a:r>
              <a:t>网站定位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Arial"/>
              </a:defRPr>
            </a:pPr>
            <a:r>
              <a:t>技术博客 + 个人作品展示</a:t>
            </a:r>
            <a:br/>
            <a:r>
              <a:t>简洁现代（Minimal）设计风格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371600"/>
            <a:ext cx="19202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164592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333333"/>
                </a:solidFill>
                <a:latin typeface="Arial"/>
              </a:defRPr>
            </a:pPr>
            <a:r>
              <a:t>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2860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Arial"/>
              </a:defRPr>
            </a:pPr>
            <a:r>
              <a:t>核心页面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83464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Arial"/>
              </a:defRPr>
            </a:pPr>
            <a:r>
              <a:t>首页（个人介绍）</a:t>
            </a:r>
            <a:br/>
            <a:r>
              <a:t>博客文章列表</a:t>
            </a:r>
            <a:br/>
            <a:r>
              <a:t>项目展示页面</a:t>
            </a:r>
            <a:br/>
            <a:r>
              <a:t>关于我页面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371600"/>
            <a:ext cx="19202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64592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333333"/>
                </a:solidFill>
                <a:latin typeface="Arial"/>
              </a:defRPr>
            </a:pPr>
            <a:r>
              <a:t>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2860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Arial"/>
              </a:defRPr>
            </a:pPr>
            <a:r>
              <a:t>技术栈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83464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Arial"/>
              </a:defRPr>
            </a:pPr>
            <a:r>
              <a:t>纯 HTML5 + CSS3 + JavaScript</a:t>
            </a:r>
            <a:br/>
            <a:r>
              <a:t>GitHub Pages 原生托管</a:t>
            </a:r>
            <a:br/>
            <a:r>
              <a:t>无框架依赖，推送即部署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1371600"/>
            <a:ext cx="19202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164592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333333"/>
                </a:solidFill>
                <a:latin typeface="Arial"/>
              </a:defRPr>
            </a:pPr>
            <a:r>
              <a:t>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2860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Arial"/>
              </a:defRPr>
            </a:pPr>
            <a:r>
              <a:t>特色功能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83464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Arial"/>
              </a:defRPr>
            </a:pPr>
            <a:r>
              <a:t>亮色/暗色模式切换</a:t>
            </a:r>
            <a:br/>
            <a:r>
              <a:t>完全响应式设计</a:t>
            </a:r>
            <a:br/>
            <a:r>
              <a:t>标签筛选 · 平滑过渡动画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Arial"/>
              </a:defRPr>
            </a:pPr>
            <a:r>
              <a:t>设计风格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697479" cy="45720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Minimal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097280"/>
            <a:ext cx="2057400" cy="45720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Clean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097280"/>
            <a:ext cx="2377439" cy="45720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Modern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097280"/>
            <a:ext cx="6217920" cy="45720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Typography-focused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Arial"/>
              </a:defRPr>
            </a:pPr>
            <a:r>
              <a:t>配色方案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13716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000">
                <a:solidFill>
                  <a:srgbClr val="FFFFFF"/>
                </a:solidFill>
              </a:defRPr>
            </a:pPr>
            <a:r>
              <a:t>主色</a:t>
            </a:r>
            <a:br/>
            <a:r>
              <a:t>#1a1a2e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48840" y="2468880"/>
            <a:ext cx="1371600" cy="914400"/>
          </a:xfrm>
          <a:prstGeom prst="rect">
            <a:avLst/>
          </a:prstGeom>
          <a:solidFill>
            <a:srgbClr val="4F46E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000">
                <a:solidFill>
                  <a:srgbClr val="FFFFFF"/>
                </a:solidFill>
              </a:defRPr>
            </a:pPr>
            <a:r>
              <a:t>主题色</a:t>
            </a:r>
            <a:br/>
            <a:r>
              <a:t>#4f46e5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2468880"/>
            <a:ext cx="1371600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000">
                <a:solidFill>
                  <a:srgbClr val="FFFFFF"/>
                </a:solidFill>
              </a:defRPr>
            </a:pPr>
            <a:r>
              <a:t>强调色</a:t>
            </a:r>
            <a:br/>
            <a:r>
              <a:t>#06b6d4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32120" y="2468880"/>
            <a:ext cx="1371600" cy="91440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000">
                <a:solidFill>
                  <a:srgbClr val="333333"/>
                </a:solidFill>
              </a:defRPr>
            </a:pPr>
            <a:r>
              <a:t>背景色</a:t>
            </a:r>
            <a:br/>
            <a:r>
              <a:t>#f8f9fa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2468880"/>
            <a:ext cx="1371600" cy="914400"/>
          </a:xfrm>
          <a:prstGeom prst="rect">
            <a:avLst/>
          </a:prstGeom>
          <a:solidFill>
            <a:srgbClr val="333333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000">
                <a:solidFill>
                  <a:srgbClr val="FFFFFF"/>
                </a:solidFill>
              </a:defRPr>
            </a:pPr>
            <a:r>
              <a:t>文字色</a:t>
            </a:r>
            <a:br/>
            <a:r>
              <a:t>#333333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Arial"/>
              </a:defRPr>
            </a:pPr>
            <a:r>
              <a:t>字体系统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标题：32px / Bold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Arial"/>
              </a:defRPr>
            </a:pPr>
            <a:r>
              <a:t>正文：16px / Regular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代码：系统等宽字体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480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font-family: system-ui, "PingFang SC", sans-serif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Arial"/>
              </a:defRPr>
            </a:pPr>
            <a:r>
              <a:t>页面结构与导航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Arial"/>
              </a:defRPr>
            </a:pPr>
            <a:r>
              <a:t>🌐 username.github.io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  ├─ 首页（Hero + 快捷入口 + 最新文章）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  ├─ 博客列表（文章卡片 + 标签筛选）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  ├─ 项目展示（项目卡片网格）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  └─ 关于我（个人简介 + 技能栈）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26080"/>
            <a:ext cx="82296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>
                <a:solidFill>
                  <a:srgbClr val="333333"/>
                </a:solidFill>
              </a:defRPr>
            </a:pPr>
            <a:r>
              <a:t>  Logo   首页  博客  项目  关于        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Arial"/>
              </a:defRPr>
            </a:pPr>
            <a:r>
              <a:t>交互设计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Arial"/>
              </a:defRPr>
            </a:pPr>
            <a:r>
              <a:t>• 页面切换：淡入淡出过渡（0.3s）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17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Arial"/>
              </a:defRPr>
            </a:pPr>
            <a:r>
              <a:t>• 卡片 Hover：上浮 4px + 阴影加深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37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Arial"/>
              </a:defRPr>
            </a:pPr>
            <a:r>
              <a:t>• 导航链接：底部滑入下划线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57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Arial"/>
              </a:defRPr>
            </a:pPr>
            <a:r>
              <a:t>• 暗色模式：全站颜色平滑过渡（0.5s）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Arial"/>
              </a:defRPr>
            </a:pPr>
            <a:r>
              <a:t>首页设计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6400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097280"/>
            <a:ext cx="6400800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297680" y="1645920"/>
            <a:ext cx="822960" cy="8229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  <a:latin typeface="Arial"/>
              </a:defRPr>
            </a:pPr>
            <a:r>
              <a:t>你好，我是开发者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全栈开发者 / 开源爱好者 / 技术写作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3474720"/>
            <a:ext cx="1280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333333"/>
                </a:solidFill>
              </a:defRPr>
            </a:pPr>
            <a:r>
              <a:t>技术博客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3474720"/>
            <a:ext cx="1280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333333"/>
                </a:solidFill>
              </a:defRPr>
            </a:pPr>
            <a:r>
              <a:t>项目作品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3474720"/>
            <a:ext cx="1280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333333"/>
                </a:solidFill>
              </a:defRPr>
            </a:pPr>
            <a:r>
              <a:t>关于我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Arial"/>
              </a:defRPr>
            </a:pPr>
            <a:r>
              <a:t>设计说明：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46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• 居中布局，突出个人品牌形象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• 圆形头像 + 渐变背景，增强视觉记忆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9495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• 三列快捷入口卡片，清晰引导用户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Arial"/>
              </a:defRPr>
            </a:pPr>
            <a:r>
              <a:t>博客 &amp; 项目页设计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Arial"/>
              </a:defRPr>
            </a:pPr>
            <a:r>
              <a:t>📝 博客列表页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640080" cy="32004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全部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1645920"/>
            <a:ext cx="6400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前端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1645920"/>
            <a:ext cx="6400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后端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645920"/>
            <a:ext cx="6400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DevOps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94560"/>
            <a:ext cx="39319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文章标题示例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50591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rial"/>
              </a:defRPr>
            </a:pPr>
            <a:r>
              <a:t>2024-03-15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88920"/>
            <a:ext cx="39319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文章标题示例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44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rial"/>
              </a:defRPr>
            </a:pPr>
            <a:r>
              <a:t>2024-03-15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39319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文章标题示例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393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rial"/>
              </a:defRPr>
            </a:pPr>
            <a:r>
              <a:t>2024-03-15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Arial"/>
              </a:defRPr>
            </a:pPr>
            <a:r>
              <a:t>💼 项目展示页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1645920"/>
            <a:ext cx="19202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0" y="1645920"/>
            <a:ext cx="192024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2402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项目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514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rial"/>
              </a:defRPr>
            </a:pPr>
            <a:r>
              <a:t>项目描述文字...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1645920"/>
            <a:ext cx="19202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1645920"/>
            <a:ext cx="192024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2402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项目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514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rial"/>
              </a:defRPr>
            </a:pPr>
            <a:r>
              <a:t>项目描述文字...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0" y="3200400"/>
            <a:ext cx="19202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54880" y="3200400"/>
            <a:ext cx="1920240" cy="5486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37947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项目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0690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rial"/>
              </a:defRPr>
            </a:pPr>
            <a:r>
              <a:t>项目描述文字...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40880" y="3200400"/>
            <a:ext cx="19202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40880" y="3200400"/>
            <a:ext cx="192024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7947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项目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40690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rial"/>
              </a:defRPr>
            </a:pPr>
            <a:r>
              <a:t>项目描述文字...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Arial"/>
              </a:defRPr>
            </a:pPr>
            <a:r>
              <a:t>响应式设计 &amp; 暗色模式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2860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000" b="1">
                <a:solidFill>
                  <a:srgbClr val="1A1A2E"/>
                </a:solidFill>
              </a:defRPr>
            </a:pPr>
            <a:r>
              <a:t>📱 移动端</a:t>
            </a:r>
            <a:r>
              <a:rPr sz="800">
                <a:solidFill>
                  <a:srgbClr val="666666"/>
                </a:solidFill>
                <a:latin typeface="Arial"/>
              </a:rPr>
              <a:t>&lt; 768px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920240"/>
            <a:ext cx="2011680" cy="20116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22860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000" b="1">
                <a:solidFill>
                  <a:srgbClr val="1A1A2E"/>
                </a:solidFill>
              </a:defRPr>
            </a:pPr>
            <a:r>
              <a:t>💻 平板</a:t>
            </a:r>
            <a:r>
              <a:rPr sz="800">
                <a:solidFill>
                  <a:srgbClr val="666666"/>
                </a:solidFill>
                <a:latin typeface="Arial"/>
              </a:rPr>
              <a:t>768-1024px</a:t>
            </a:r>
          </a:p>
        </p:txBody>
      </p:sp>
      <p:sp>
        <p:nvSpPr>
          <p:cNvPr id="7" name="Rectangle 6"/>
          <p:cNvSpPr/>
          <p:nvPr/>
        </p:nvSpPr>
        <p:spPr>
          <a:xfrm>
            <a:off x="3611879" y="1920240"/>
            <a:ext cx="2011680" cy="20116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22860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000" b="1">
                <a:solidFill>
                  <a:srgbClr val="1A1A2E"/>
                </a:solidFill>
              </a:defRPr>
            </a:pPr>
            <a:r>
              <a:t>🖥️ 桌面端</a:t>
            </a:r>
            <a:r>
              <a:rPr sz="800">
                <a:solidFill>
                  <a:srgbClr val="666666"/>
                </a:solidFill>
                <a:latin typeface="Arial"/>
              </a:rPr>
              <a:t>&gt; 1024px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920240"/>
            <a:ext cx="2011680" cy="20116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Arial"/>
              </a:defRPr>
            </a:pPr>
            <a:r>
              <a:t>🌙 暗色模式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754880"/>
            <a:ext cx="731520" cy="457200"/>
          </a:xfrm>
          <a:prstGeom prst="rect">
            <a:avLst/>
          </a:prstGeom>
          <a:solidFill>
            <a:srgbClr val="0F0F1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背景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4754880"/>
            <a:ext cx="73152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卡片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4754880"/>
            <a:ext cx="731520" cy="457200"/>
          </a:xfrm>
          <a:prstGeom prst="rect">
            <a:avLst/>
          </a:prstGeom>
          <a:solidFill>
            <a:srgbClr val="E0E0E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333333"/>
                </a:solidFill>
              </a:defRPr>
            </a:pPr>
            <a:r>
              <a:t>文字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Arial"/>
              </a:defRPr>
            </a:pPr>
            <a:r>
              <a:t>部署流程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411480" cy="4114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Arial"/>
              </a:defRPr>
            </a:pPr>
            <a:r>
              <a:t>创建 GitHub 仓库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1430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仓库名：username.github.io</a:t>
            </a:r>
            <a:br/>
            <a:r>
              <a:t>设置为 Public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810512"/>
            <a:ext cx="411480" cy="4114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105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Arial"/>
              </a:defRPr>
            </a:pPr>
            <a:r>
              <a:t>克隆到本地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764792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git clone https://github.com/</a:t>
            </a:r>
            <a:br/>
            <a:r>
              <a:t>username/username.github.io.git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432304"/>
            <a:ext cx="411480" cy="4114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3230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Arial"/>
              </a:defRPr>
            </a:pPr>
            <a:r>
              <a:t>复制网站文件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386584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将 index.html、css/、js/ 等</a:t>
            </a:r>
            <a:br/>
            <a:r>
              <a:t>文件复制到仓库目录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054096"/>
            <a:ext cx="411480" cy="4114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05409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Arial"/>
              </a:defRPr>
            </a:pPr>
            <a:r>
              <a:t>自定义内容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008376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编辑 js/data.js 更新</a:t>
            </a:r>
            <a:br/>
            <a:r>
              <a:t>博客文章和项目数据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675888"/>
            <a:ext cx="411480" cy="4114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67588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Arial"/>
              </a:defRPr>
            </a:pPr>
            <a:r>
              <a:t>提交并推送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630168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git add . → commit → push</a:t>
            </a:r>
            <a:br/>
            <a:r>
              <a:t>等待 1-2 分钟自动部署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4297680"/>
            <a:ext cx="411480" cy="4114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97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Arial"/>
              </a:defRPr>
            </a:pPr>
            <a:r>
              <a:t>访问网站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2519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https://username.github.io</a:t>
            </a:r>
            <a:br/>
            <a:r>
              <a:t>（可选）配置自定义域名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6B6D4"/>
                </a:solidFill>
                <a:latin typeface="Arial"/>
              </a:defRPr>
            </a:pPr>
            <a:r>
              <a:t>期待你的个人网站早日上线 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Arial"/>
              </a:defRPr>
            </a:pPr>
            <a:r>
              <a:t>GitHub Pages + 纯静态网站 = 免费 &amp; 高效 &amp; 优雅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457200"/>
            <a:ext cx="274320" cy="27432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0" y="457200"/>
            <a:ext cx="274320" cy="2743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4114800"/>
            <a:ext cx="274320" cy="27432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4114800"/>
            <a:ext cx="274320" cy="2743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